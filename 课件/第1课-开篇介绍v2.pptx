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8.jpeg" ContentType="image/jpeg"/>
  <Override PartName="/ppt/media/image1.jpeg" ContentType="image/jpeg"/>
  <Override PartName="/ppt/media/image9.jpeg" ContentType="image/jpeg"/>
  <Override PartName="/ppt/media/image2.jpeg" ContentType="image/jpeg"/>
  <Override PartName="/ppt/media/image7.jpeg" ContentType="image/jpeg"/>
  <Override PartName="/ppt/media/image3.jpeg" ContentType="image/jpeg"/>
  <Override PartName="/ppt/presentation.xml" ContentType="application/vnd.openxmlformats-officedocument.presentationml.presentation.main+xml"/>
  <Override PartName="/ppt/slides/_rels/slide3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32512000" cy="1828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