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32512000" cy="18288000"/>
  <p:notesSz cx="7772400" cy="100584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/>
          <p:nvPr/>
        </p:nvPicPr>
        <p:blipFill>
          <a:blip r:embed="rId2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</TotalTime>
  <Words>0</Words>
  <Application>Microsoft Office PowerPoint</Application>
  <PresentationFormat>自定义</PresentationFormat>
  <Paragraphs>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DejaVu Sans</vt:lpstr>
      <vt:lpstr>Arial</vt:lpstr>
      <vt:lpstr>Symbol</vt:lpstr>
      <vt:lpstr>Wingdings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dc:description/>
  <cp:lastModifiedBy>User</cp:lastModifiedBy>
  <cp:revision>2</cp:revision>
  <dcterms:modified xsi:type="dcterms:W3CDTF">2026-04-27T14:35:44Z</dcterms:modified>
  <dc:language>en-US</dc:language>
</cp:coreProperties>
</file>